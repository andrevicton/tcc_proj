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_rels/slide1.xml.rels" ContentType="application/vnd.openxmlformats-package.relationships+xml"/>
  <Override PartName="/ppt/slides/slide1.xml" ContentType="application/vnd.openxmlformats-officedocument.presentationml.slide+xml"/>
  <Override PartName="/ppt/_rels/presentation.xml.rels" ContentType="application/vnd.openxmlformats-package.relationships+xml"/>
  <Override PartName="/ppt/media/image1.jpeg" ContentType="image/jpeg"/>
  <Override PartName="/ppt/media/image2.jpeg" ContentType="image/jpeg"/>
  <Override PartName="/ppt/media/image4.png" ContentType="image/png"/>
  <Override PartName="/ppt/media/image3.png" ContentType="image/png"/>
  <Override PartName="/ppt/media/image5.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Lst>
  <p:sldIdLst>
    <p:sldId id="256" r:id="rId7"/>
  </p:sldIdLst>
  <p:sldSz cx="28803600" cy="432054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 Target="slides/slide1.xml"/><Relationship Id="rId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ank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2160360" y="17738640"/>
            <a:ext cx="24481800" cy="625320"/>
          </a:xfrm>
          <a:prstGeom prst="rect">
            <a:avLst/>
          </a:prstGeom>
          <a:noFill/>
          <a:ln w="0">
            <a:noFill/>
          </a:ln>
        </p:spPr>
        <p:txBody>
          <a:bodyPr lIns="0" rIns="0" tIns="0" bIns="0" anchor="ctr">
            <a:spAutoFit/>
          </a:bodyPr>
          <a:p>
            <a:pPr indent="0" algn="ctr">
              <a:buNone/>
            </a:pPr>
            <a:endParaRPr b="0" lang="pt-BR" sz="4400" strike="noStrike" u="none">
              <a:solidFill>
                <a:srgbClr val="000000"/>
              </a:solidFill>
              <a:effectLst/>
              <a:uFillTx/>
              <a:latin typeface="Arial"/>
            </a:endParaRPr>
          </a:p>
        </p:txBody>
      </p:sp>
      <p:sp>
        <p:nvSpPr>
          <p:cNvPr id="3" name="PlaceHolder 2"/>
          <p:cNvSpPr>
            <a:spLocks noGrp="1"/>
          </p:cNvSpPr>
          <p:nvPr>
            <p:ph/>
          </p:nvPr>
        </p:nvSpPr>
        <p:spPr>
          <a:xfrm>
            <a:off x="1440000" y="10109880"/>
            <a:ext cx="25922160" cy="25057800"/>
          </a:xfrm>
          <a:prstGeom prst="rect">
            <a:avLst/>
          </a:prstGeom>
          <a:noFill/>
          <a:ln w="0">
            <a:noFill/>
          </a:ln>
        </p:spPr>
        <p:txBody>
          <a:bodyPr lIns="0" rIns="0" tIns="0" bIns="0" anchor="t">
            <a:normAutofit/>
          </a:bodyPr>
          <a:p>
            <a:pPr indent="0">
              <a:spcBef>
                <a:spcPts val="1417"/>
              </a:spcBef>
              <a:buNone/>
            </a:pPr>
            <a:endParaRPr b="0" lang="pt-BR" sz="32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Content over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2160360" y="17738640"/>
            <a:ext cx="24481800" cy="625320"/>
          </a:xfrm>
          <a:prstGeom prst="rect">
            <a:avLst/>
          </a:prstGeom>
          <a:noFill/>
          <a:ln w="0">
            <a:noFill/>
          </a:ln>
        </p:spPr>
        <p:txBody>
          <a:bodyPr lIns="0" rIns="0" tIns="0" bIns="0" anchor="ctr">
            <a:spAutoFit/>
          </a:bodyPr>
          <a:p>
            <a:pPr indent="0" algn="ctr">
              <a:buNone/>
            </a:pPr>
            <a:endParaRPr b="0" lang="pt-BR" sz="4400" strike="noStrike" u="none">
              <a:solidFill>
                <a:srgbClr val="000000"/>
              </a:solidFill>
              <a:effectLst/>
              <a:uFillTx/>
              <a:latin typeface="Arial"/>
            </a:endParaRPr>
          </a:p>
        </p:txBody>
      </p:sp>
      <p:sp>
        <p:nvSpPr>
          <p:cNvPr id="7" name="PlaceHolder 2"/>
          <p:cNvSpPr>
            <a:spLocks noGrp="1"/>
          </p:cNvSpPr>
          <p:nvPr>
            <p:ph/>
          </p:nvPr>
        </p:nvSpPr>
        <p:spPr>
          <a:xfrm>
            <a:off x="1440000" y="10109880"/>
            <a:ext cx="25922160" cy="25057800"/>
          </a:xfrm>
          <a:prstGeom prst="rect">
            <a:avLst/>
          </a:prstGeom>
          <a:noFill/>
          <a:ln w="0">
            <a:noFill/>
          </a:ln>
        </p:spPr>
        <p:txBody>
          <a:bodyPr lIns="0" rIns="0" tIns="0" bIns="0" anchor="t">
            <a:normAutofit/>
          </a:bodyPr>
          <a:p>
            <a:pPr indent="0">
              <a:spcBef>
                <a:spcPts val="1417"/>
              </a:spcBef>
              <a:buNone/>
            </a:pPr>
            <a:endParaRPr b="0" lang="pt-BR" sz="32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4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2160360" y="17738640"/>
            <a:ext cx="24481800" cy="625320"/>
          </a:xfrm>
          <a:prstGeom prst="rect">
            <a:avLst/>
          </a:prstGeom>
          <a:noFill/>
          <a:ln w="0">
            <a:noFill/>
          </a:ln>
        </p:spPr>
        <p:txBody>
          <a:bodyPr lIns="0" rIns="0" tIns="0" bIns="0" anchor="ctr">
            <a:spAutoFit/>
          </a:bodyPr>
          <a:p>
            <a:pPr indent="0" algn="ctr">
              <a:buNone/>
            </a:pPr>
            <a:endParaRPr b="0" lang="pt-BR" sz="4400" strike="noStrike" u="none">
              <a:solidFill>
                <a:srgbClr val="000000"/>
              </a:solidFill>
              <a:effectLst/>
              <a:uFillTx/>
              <a:latin typeface="Arial"/>
            </a:endParaRPr>
          </a:p>
        </p:txBody>
      </p:sp>
      <p:sp>
        <p:nvSpPr>
          <p:cNvPr id="11" name="PlaceHolder 2"/>
          <p:cNvSpPr>
            <a:spLocks noGrp="1"/>
          </p:cNvSpPr>
          <p:nvPr>
            <p:ph/>
          </p:nvPr>
        </p:nvSpPr>
        <p:spPr>
          <a:xfrm>
            <a:off x="1440000" y="10109880"/>
            <a:ext cx="25922160" cy="25057800"/>
          </a:xfrm>
          <a:prstGeom prst="rect">
            <a:avLst/>
          </a:prstGeom>
          <a:noFill/>
          <a:ln w="0">
            <a:noFill/>
          </a:ln>
        </p:spPr>
        <p:txBody>
          <a:bodyPr lIns="0" rIns="0" tIns="0" bIns="0" anchor="t">
            <a:normAutofit/>
          </a:bodyPr>
          <a:p>
            <a:pPr indent="0">
              <a:spcBef>
                <a:spcPts val="1417"/>
              </a:spcBef>
              <a:buNone/>
            </a:pPr>
            <a:endParaRPr b="0" lang="pt-BR" sz="32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6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2160360" y="17738640"/>
            <a:ext cx="24481800" cy="625320"/>
          </a:xfrm>
          <a:prstGeom prst="rect">
            <a:avLst/>
          </a:prstGeom>
          <a:noFill/>
          <a:ln w="0">
            <a:noFill/>
          </a:ln>
        </p:spPr>
        <p:txBody>
          <a:bodyPr lIns="0" rIns="0" tIns="0" bIns="0" anchor="ctr">
            <a:spAutoFit/>
          </a:bodyPr>
          <a:p>
            <a:pPr indent="0" algn="ctr">
              <a:buNone/>
            </a:pPr>
            <a:endParaRPr b="0" lang="pt-BR" sz="4400" strike="noStrike" u="none">
              <a:solidFill>
                <a:srgbClr val="000000"/>
              </a:solidFill>
              <a:effectLst/>
              <a:uFillTx/>
              <a:latin typeface="Arial"/>
            </a:endParaRPr>
          </a:p>
        </p:txBody>
      </p:sp>
      <p:sp>
        <p:nvSpPr>
          <p:cNvPr id="15" name="PlaceHolder 2"/>
          <p:cNvSpPr>
            <a:spLocks noGrp="1"/>
          </p:cNvSpPr>
          <p:nvPr>
            <p:ph/>
          </p:nvPr>
        </p:nvSpPr>
        <p:spPr>
          <a:xfrm>
            <a:off x="1440000" y="10109880"/>
            <a:ext cx="25922160" cy="25057800"/>
          </a:xfrm>
          <a:prstGeom prst="rect">
            <a:avLst/>
          </a:prstGeom>
          <a:noFill/>
          <a:ln w="0">
            <a:noFill/>
          </a:ln>
        </p:spPr>
        <p:txBody>
          <a:bodyPr lIns="0" rIns="0" tIns="0" bIns="0" anchor="t">
            <a:normAutofit/>
          </a:bodyPr>
          <a:p>
            <a:pPr indent="0">
              <a:spcBef>
                <a:spcPts val="1417"/>
              </a:spcBef>
              <a:buNone/>
            </a:pPr>
            <a:endParaRPr b="0" lang="pt-BR" sz="32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8" name="PlaceHolder 1"/>
          <p:cNvSpPr>
            <a:spLocks noGrp="1"/>
          </p:cNvSpPr>
          <p:nvPr>
            <p:ph type="title"/>
          </p:nvPr>
        </p:nvSpPr>
        <p:spPr>
          <a:xfrm>
            <a:off x="2160360" y="17738640"/>
            <a:ext cx="24481800" cy="625320"/>
          </a:xfrm>
          <a:prstGeom prst="rect">
            <a:avLst/>
          </a:prstGeom>
          <a:noFill/>
          <a:ln w="0">
            <a:noFill/>
          </a:ln>
        </p:spPr>
        <p:txBody>
          <a:bodyPr lIns="0" rIns="0" tIns="0" bIns="0" anchor="ctr">
            <a:spAutoFit/>
          </a:bodyPr>
          <a:p>
            <a:pPr indent="0" algn="ctr">
              <a:buNone/>
            </a:pPr>
            <a:endParaRPr b="0" lang="pt-BR" sz="4400" strike="noStrike" u="none">
              <a:solidFill>
                <a:srgbClr val="000000"/>
              </a:solidFill>
              <a:effectLst/>
              <a:uFillTx/>
              <a:latin typeface="Arial"/>
            </a:endParaRPr>
          </a:p>
        </p:txBody>
      </p:sp>
      <p:sp>
        <p:nvSpPr>
          <p:cNvPr id="19" name="PlaceHolder 2"/>
          <p:cNvSpPr>
            <a:spLocks noGrp="1"/>
          </p:cNvSpPr>
          <p:nvPr>
            <p:ph/>
          </p:nvPr>
        </p:nvSpPr>
        <p:spPr>
          <a:xfrm>
            <a:off x="1440000" y="10109880"/>
            <a:ext cx="25922160" cy="25057800"/>
          </a:xfrm>
          <a:prstGeom prst="rect">
            <a:avLst/>
          </a:prstGeom>
          <a:noFill/>
          <a:ln w="0">
            <a:noFill/>
          </a:ln>
        </p:spPr>
        <p:txBody>
          <a:bodyPr lIns="0" rIns="0" tIns="0" bIns="0" anchor="t">
            <a:normAutofit/>
          </a:bodyPr>
          <a:p>
            <a:pPr indent="0">
              <a:spcBef>
                <a:spcPts val="1417"/>
              </a:spcBef>
              <a:buNone/>
            </a:pPr>
            <a:endParaRPr b="0" lang="pt-BR" sz="32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2160360" y="17913960"/>
            <a:ext cx="24481800" cy="274680"/>
          </a:xfrm>
          <a:prstGeom prst="rect">
            <a:avLst/>
          </a:prstGeom>
          <a:noFill/>
          <a:ln w="0">
            <a:noFill/>
          </a:ln>
        </p:spPr>
        <p:txBody>
          <a:bodyPr lIns="0" rIns="0" tIns="0" bIns="0" anchor="ctr">
            <a:noAutofit/>
          </a:bodyPr>
          <a:p>
            <a:pPr indent="0" algn="ctr">
              <a:buNone/>
            </a:pPr>
            <a:r>
              <a:rPr b="0" lang="pt-BR" sz="4400" strike="noStrike" u="none">
                <a:solidFill>
                  <a:srgbClr val="000000"/>
                </a:solidFill>
                <a:effectLst/>
                <a:uFillTx/>
                <a:latin typeface="Arial"/>
              </a:rPr>
              <a:t>Click to edit the title text format</a:t>
            </a:r>
            <a:endParaRPr b="0" lang="pt-BR" sz="4400" strike="noStrike" u="none">
              <a:solidFill>
                <a:srgbClr val="000000"/>
              </a:solidFill>
              <a:effectLst/>
              <a:uFillTx/>
              <a:latin typeface="Arial"/>
            </a:endParaRPr>
          </a:p>
        </p:txBody>
      </p:sp>
      <p:sp>
        <p:nvSpPr>
          <p:cNvPr id="1" name="PlaceHolder 2"/>
          <p:cNvSpPr>
            <a:spLocks noGrp="1"/>
          </p:cNvSpPr>
          <p:nvPr>
            <p:ph type="body"/>
          </p:nvPr>
        </p:nvSpPr>
        <p:spPr>
          <a:xfrm>
            <a:off x="1440000" y="10109880"/>
            <a:ext cx="25922160" cy="25057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trike="noStrike" u="none">
                <a:solidFill>
                  <a:srgbClr val="000000"/>
                </a:solidFill>
                <a:effectLst/>
                <a:uFillTx/>
                <a:latin typeface="Arial"/>
              </a:rPr>
              <a:t>Click to edit the outline text format</a:t>
            </a:r>
            <a:endParaRPr b="0" lang="pt-BR"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pt-BR" sz="2800" strike="noStrike" u="none">
                <a:solidFill>
                  <a:srgbClr val="000000"/>
                </a:solidFill>
                <a:effectLst/>
                <a:uFillTx/>
                <a:latin typeface="Arial"/>
              </a:rPr>
              <a:t>Second Outline Level</a:t>
            </a:r>
            <a:endParaRPr b="0" lang="pt-BR"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pt-BR" sz="2400" strike="noStrike" u="none">
                <a:solidFill>
                  <a:srgbClr val="000000"/>
                </a:solidFill>
                <a:effectLst/>
                <a:uFillTx/>
                <a:latin typeface="Arial"/>
              </a:rPr>
              <a:t>Third Outline Level</a:t>
            </a:r>
            <a:endParaRPr b="0" lang="pt-BR"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pt-BR" sz="2000" strike="noStrike" u="none">
                <a:solidFill>
                  <a:srgbClr val="000000"/>
                </a:solidFill>
                <a:effectLst/>
                <a:uFillTx/>
                <a:latin typeface="Arial"/>
              </a:rPr>
              <a:t>Fourth Outline Level</a:t>
            </a:r>
            <a:endParaRPr b="0" lang="pt-BR"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pt-BR" sz="2000" strike="noStrike" u="none">
                <a:solidFill>
                  <a:srgbClr val="000000"/>
                </a:solidFill>
                <a:effectLst/>
                <a:uFillTx/>
                <a:latin typeface="Arial"/>
              </a:rPr>
              <a:t>Fifth Outline Level</a:t>
            </a:r>
            <a:endParaRPr b="0" lang="pt-B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pt-BR" sz="2000" strike="noStrike" u="none">
                <a:solidFill>
                  <a:srgbClr val="000000"/>
                </a:solidFill>
                <a:effectLst/>
                <a:uFillTx/>
                <a:latin typeface="Arial"/>
              </a:rPr>
              <a:t>Sixth Outline Level</a:t>
            </a:r>
            <a:endParaRPr b="0" lang="pt-B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pt-BR" sz="2000" strike="noStrike" u="none">
                <a:solidFill>
                  <a:srgbClr val="000000"/>
                </a:solidFill>
                <a:effectLst/>
                <a:uFillTx/>
                <a:latin typeface="Arial"/>
              </a:rPr>
              <a:t>Seventh Outline Level</a:t>
            </a:r>
            <a:endParaRPr b="0" lang="pt-BR"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2160360" y="17913960"/>
            <a:ext cx="24481800" cy="274680"/>
          </a:xfrm>
          <a:prstGeom prst="rect">
            <a:avLst/>
          </a:prstGeom>
          <a:noFill/>
          <a:ln w="0">
            <a:noFill/>
          </a:ln>
        </p:spPr>
        <p:txBody>
          <a:bodyPr lIns="0" rIns="0" tIns="0" bIns="0" anchor="ctr">
            <a:noAutofit/>
          </a:bodyPr>
          <a:p>
            <a:pPr indent="0" algn="ctr">
              <a:buNone/>
            </a:pPr>
            <a:r>
              <a:rPr b="0" lang="pt-BR" sz="4400" strike="noStrike" u="none">
                <a:solidFill>
                  <a:srgbClr val="000000"/>
                </a:solidFill>
                <a:effectLst/>
                <a:uFillTx/>
                <a:latin typeface="Arial"/>
              </a:rPr>
              <a:t>Click to edit the title text format</a:t>
            </a:r>
            <a:endParaRPr b="0" lang="pt-BR" sz="4400" strike="noStrike" u="none">
              <a:solidFill>
                <a:srgbClr val="000000"/>
              </a:solidFill>
              <a:effectLst/>
              <a:uFillTx/>
              <a:latin typeface="Arial"/>
            </a:endParaRPr>
          </a:p>
        </p:txBody>
      </p:sp>
      <p:sp>
        <p:nvSpPr>
          <p:cNvPr id="5" name="PlaceHolder 2"/>
          <p:cNvSpPr>
            <a:spLocks noGrp="1"/>
          </p:cNvSpPr>
          <p:nvPr>
            <p:ph type="body"/>
          </p:nvPr>
        </p:nvSpPr>
        <p:spPr>
          <a:xfrm>
            <a:off x="1440000" y="10109880"/>
            <a:ext cx="25922160" cy="25057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trike="noStrike" u="none">
                <a:solidFill>
                  <a:srgbClr val="000000"/>
                </a:solidFill>
                <a:effectLst/>
                <a:uFillTx/>
                <a:latin typeface="Arial"/>
              </a:rPr>
              <a:t>Click to edit the outline text format</a:t>
            </a:r>
            <a:endParaRPr b="0" lang="pt-BR"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pt-BR" sz="2800" strike="noStrike" u="none">
                <a:solidFill>
                  <a:srgbClr val="000000"/>
                </a:solidFill>
                <a:effectLst/>
                <a:uFillTx/>
                <a:latin typeface="Arial"/>
              </a:rPr>
              <a:t>Second Outline Level</a:t>
            </a:r>
            <a:endParaRPr b="0" lang="pt-BR"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pt-BR" sz="2400" strike="noStrike" u="none">
                <a:solidFill>
                  <a:srgbClr val="000000"/>
                </a:solidFill>
                <a:effectLst/>
                <a:uFillTx/>
                <a:latin typeface="Arial"/>
              </a:rPr>
              <a:t>Third Outline Level</a:t>
            </a:r>
            <a:endParaRPr b="0" lang="pt-BR"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pt-BR" sz="2000" strike="noStrike" u="none">
                <a:solidFill>
                  <a:srgbClr val="000000"/>
                </a:solidFill>
                <a:effectLst/>
                <a:uFillTx/>
                <a:latin typeface="Arial"/>
              </a:rPr>
              <a:t>Fourth Outline Level</a:t>
            </a:r>
            <a:endParaRPr b="0" lang="pt-BR"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pt-BR" sz="2000" strike="noStrike" u="none">
                <a:solidFill>
                  <a:srgbClr val="000000"/>
                </a:solidFill>
                <a:effectLst/>
                <a:uFillTx/>
                <a:latin typeface="Arial"/>
              </a:rPr>
              <a:t>Fifth Outline Level</a:t>
            </a:r>
            <a:endParaRPr b="0" lang="pt-B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pt-BR" sz="2000" strike="noStrike" u="none">
                <a:solidFill>
                  <a:srgbClr val="000000"/>
                </a:solidFill>
                <a:effectLst/>
                <a:uFillTx/>
                <a:latin typeface="Arial"/>
              </a:rPr>
              <a:t>Sixth Outline Level</a:t>
            </a:r>
            <a:endParaRPr b="0" lang="pt-B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pt-BR" sz="2000" strike="noStrike" u="none">
                <a:solidFill>
                  <a:srgbClr val="000000"/>
                </a:solidFill>
                <a:effectLst/>
                <a:uFillTx/>
                <a:latin typeface="Arial"/>
              </a:rPr>
              <a:t>Seventh Outline Level</a:t>
            </a:r>
            <a:endParaRPr b="0" lang="pt-BR"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2160360" y="17913960"/>
            <a:ext cx="24481800" cy="274680"/>
          </a:xfrm>
          <a:prstGeom prst="rect">
            <a:avLst/>
          </a:prstGeom>
          <a:noFill/>
          <a:ln w="0">
            <a:noFill/>
          </a:ln>
        </p:spPr>
        <p:txBody>
          <a:bodyPr lIns="0" rIns="0" tIns="0" bIns="0" anchor="ctr">
            <a:noAutofit/>
          </a:bodyPr>
          <a:p>
            <a:pPr indent="0" algn="ctr">
              <a:buNone/>
            </a:pPr>
            <a:r>
              <a:rPr b="0" lang="pt-BR" sz="4400" strike="noStrike" u="none">
                <a:solidFill>
                  <a:srgbClr val="000000"/>
                </a:solidFill>
                <a:effectLst/>
                <a:uFillTx/>
                <a:latin typeface="Arial"/>
              </a:rPr>
              <a:t>Click to edit the title text format</a:t>
            </a:r>
            <a:endParaRPr b="0" lang="pt-BR" sz="4400" strike="noStrike" u="none">
              <a:solidFill>
                <a:srgbClr val="000000"/>
              </a:solidFill>
              <a:effectLst/>
              <a:uFillTx/>
              <a:latin typeface="Arial"/>
            </a:endParaRPr>
          </a:p>
        </p:txBody>
      </p:sp>
      <p:sp>
        <p:nvSpPr>
          <p:cNvPr id="9" name="PlaceHolder 2"/>
          <p:cNvSpPr>
            <a:spLocks noGrp="1"/>
          </p:cNvSpPr>
          <p:nvPr>
            <p:ph type="body"/>
          </p:nvPr>
        </p:nvSpPr>
        <p:spPr>
          <a:xfrm>
            <a:off x="1440000" y="10109880"/>
            <a:ext cx="25922160" cy="25057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trike="noStrike" u="none">
                <a:solidFill>
                  <a:srgbClr val="000000"/>
                </a:solidFill>
                <a:effectLst/>
                <a:uFillTx/>
                <a:latin typeface="Arial"/>
              </a:rPr>
              <a:t>Click to edit the outline text format</a:t>
            </a:r>
            <a:endParaRPr b="0" lang="pt-BR"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pt-BR" sz="2800" strike="noStrike" u="none">
                <a:solidFill>
                  <a:srgbClr val="000000"/>
                </a:solidFill>
                <a:effectLst/>
                <a:uFillTx/>
                <a:latin typeface="Arial"/>
              </a:rPr>
              <a:t>Second Outline Level</a:t>
            </a:r>
            <a:endParaRPr b="0" lang="pt-BR"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pt-BR" sz="2400" strike="noStrike" u="none">
                <a:solidFill>
                  <a:srgbClr val="000000"/>
                </a:solidFill>
                <a:effectLst/>
                <a:uFillTx/>
                <a:latin typeface="Arial"/>
              </a:rPr>
              <a:t>Third Outline Level</a:t>
            </a:r>
            <a:endParaRPr b="0" lang="pt-BR"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pt-BR" sz="2000" strike="noStrike" u="none">
                <a:solidFill>
                  <a:srgbClr val="000000"/>
                </a:solidFill>
                <a:effectLst/>
                <a:uFillTx/>
                <a:latin typeface="Arial"/>
              </a:rPr>
              <a:t>Fourth Outline Level</a:t>
            </a:r>
            <a:endParaRPr b="0" lang="pt-BR"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pt-BR" sz="2000" strike="noStrike" u="none">
                <a:solidFill>
                  <a:srgbClr val="000000"/>
                </a:solidFill>
                <a:effectLst/>
                <a:uFillTx/>
                <a:latin typeface="Arial"/>
              </a:rPr>
              <a:t>Fifth Outline Level</a:t>
            </a:r>
            <a:endParaRPr b="0" lang="pt-B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pt-BR" sz="2000" strike="noStrike" u="none">
                <a:solidFill>
                  <a:srgbClr val="000000"/>
                </a:solidFill>
                <a:effectLst/>
                <a:uFillTx/>
                <a:latin typeface="Arial"/>
              </a:rPr>
              <a:t>Sixth Outline Level</a:t>
            </a:r>
            <a:endParaRPr b="0" lang="pt-B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pt-BR" sz="2000" strike="noStrike" u="none">
                <a:solidFill>
                  <a:srgbClr val="000000"/>
                </a:solidFill>
                <a:effectLst/>
                <a:uFillTx/>
                <a:latin typeface="Arial"/>
              </a:rPr>
              <a:t>Seventh Outline Level</a:t>
            </a:r>
            <a:endParaRPr b="0" lang="pt-BR"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2160360" y="17913960"/>
            <a:ext cx="24481800" cy="274680"/>
          </a:xfrm>
          <a:prstGeom prst="rect">
            <a:avLst/>
          </a:prstGeom>
          <a:noFill/>
          <a:ln w="0">
            <a:noFill/>
          </a:ln>
        </p:spPr>
        <p:txBody>
          <a:bodyPr lIns="0" rIns="0" tIns="0" bIns="0" anchor="ctr">
            <a:noAutofit/>
          </a:bodyPr>
          <a:p>
            <a:pPr indent="0" algn="ctr">
              <a:buNone/>
            </a:pPr>
            <a:r>
              <a:rPr b="0" lang="pt-BR" sz="4400" strike="noStrike" u="none">
                <a:solidFill>
                  <a:srgbClr val="000000"/>
                </a:solidFill>
                <a:effectLst/>
                <a:uFillTx/>
                <a:latin typeface="Arial"/>
              </a:rPr>
              <a:t>Click to edit the title text format</a:t>
            </a:r>
            <a:endParaRPr b="0" lang="pt-BR" sz="4400" strike="noStrike" u="none">
              <a:solidFill>
                <a:srgbClr val="000000"/>
              </a:solidFill>
              <a:effectLst/>
              <a:uFillTx/>
              <a:latin typeface="Arial"/>
            </a:endParaRPr>
          </a:p>
        </p:txBody>
      </p:sp>
      <p:sp>
        <p:nvSpPr>
          <p:cNvPr id="13" name="PlaceHolder 2"/>
          <p:cNvSpPr>
            <a:spLocks noGrp="1"/>
          </p:cNvSpPr>
          <p:nvPr>
            <p:ph type="body"/>
          </p:nvPr>
        </p:nvSpPr>
        <p:spPr>
          <a:xfrm>
            <a:off x="1440000" y="10109880"/>
            <a:ext cx="25922160" cy="25057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trike="noStrike" u="none">
                <a:solidFill>
                  <a:srgbClr val="000000"/>
                </a:solidFill>
                <a:effectLst/>
                <a:uFillTx/>
                <a:latin typeface="Arial"/>
              </a:rPr>
              <a:t>Click to edit the outline text format</a:t>
            </a:r>
            <a:endParaRPr b="0" lang="pt-BR"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pt-BR" sz="2800" strike="noStrike" u="none">
                <a:solidFill>
                  <a:srgbClr val="000000"/>
                </a:solidFill>
                <a:effectLst/>
                <a:uFillTx/>
                <a:latin typeface="Arial"/>
              </a:rPr>
              <a:t>Second Outline Level</a:t>
            </a:r>
            <a:endParaRPr b="0" lang="pt-BR"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pt-BR" sz="2400" strike="noStrike" u="none">
                <a:solidFill>
                  <a:srgbClr val="000000"/>
                </a:solidFill>
                <a:effectLst/>
                <a:uFillTx/>
                <a:latin typeface="Arial"/>
              </a:rPr>
              <a:t>Third Outline Level</a:t>
            </a:r>
            <a:endParaRPr b="0" lang="pt-BR"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pt-BR" sz="2000" strike="noStrike" u="none">
                <a:solidFill>
                  <a:srgbClr val="000000"/>
                </a:solidFill>
                <a:effectLst/>
                <a:uFillTx/>
                <a:latin typeface="Arial"/>
              </a:rPr>
              <a:t>Fourth Outline Level</a:t>
            </a:r>
            <a:endParaRPr b="0" lang="pt-BR"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pt-BR" sz="2000" strike="noStrike" u="none">
                <a:solidFill>
                  <a:srgbClr val="000000"/>
                </a:solidFill>
                <a:effectLst/>
                <a:uFillTx/>
                <a:latin typeface="Arial"/>
              </a:rPr>
              <a:t>Fifth Outline Level</a:t>
            </a:r>
            <a:endParaRPr b="0" lang="pt-B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pt-BR" sz="2000" strike="noStrike" u="none">
                <a:solidFill>
                  <a:srgbClr val="000000"/>
                </a:solidFill>
                <a:effectLst/>
                <a:uFillTx/>
                <a:latin typeface="Arial"/>
              </a:rPr>
              <a:t>Sixth Outline Level</a:t>
            </a:r>
            <a:endParaRPr b="0" lang="pt-B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pt-BR" sz="2000" strike="noStrike" u="none">
                <a:solidFill>
                  <a:srgbClr val="000000"/>
                </a:solidFill>
                <a:effectLst/>
                <a:uFillTx/>
                <a:latin typeface="Arial"/>
              </a:rPr>
              <a:t>Seventh Outline Level</a:t>
            </a:r>
            <a:endParaRPr b="0" lang="pt-BR"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2160360" y="17913960"/>
            <a:ext cx="24481800" cy="274680"/>
          </a:xfrm>
          <a:prstGeom prst="rect">
            <a:avLst/>
          </a:prstGeom>
          <a:noFill/>
          <a:ln w="0">
            <a:noFill/>
          </a:ln>
        </p:spPr>
        <p:txBody>
          <a:bodyPr lIns="0" rIns="0" tIns="0" bIns="0" anchor="ctr">
            <a:noAutofit/>
          </a:bodyPr>
          <a:p>
            <a:pPr indent="0" algn="ctr">
              <a:buNone/>
            </a:pPr>
            <a:r>
              <a:rPr b="0" lang="pt-BR" sz="4400" strike="noStrike" u="none">
                <a:solidFill>
                  <a:srgbClr val="000000"/>
                </a:solidFill>
                <a:effectLst/>
                <a:uFillTx/>
                <a:latin typeface="Arial"/>
              </a:rPr>
              <a:t>Click to edit the title text format</a:t>
            </a:r>
            <a:endParaRPr b="0" lang="pt-BR" sz="4400" strike="noStrike" u="none">
              <a:solidFill>
                <a:srgbClr val="000000"/>
              </a:solidFill>
              <a:effectLst/>
              <a:uFillTx/>
              <a:latin typeface="Arial"/>
            </a:endParaRPr>
          </a:p>
        </p:txBody>
      </p:sp>
      <p:sp>
        <p:nvSpPr>
          <p:cNvPr id="17" name="PlaceHolder 2"/>
          <p:cNvSpPr>
            <a:spLocks noGrp="1"/>
          </p:cNvSpPr>
          <p:nvPr>
            <p:ph type="body"/>
          </p:nvPr>
        </p:nvSpPr>
        <p:spPr>
          <a:xfrm>
            <a:off x="1440000" y="10109880"/>
            <a:ext cx="25922160" cy="25057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trike="noStrike" u="none">
                <a:solidFill>
                  <a:srgbClr val="000000"/>
                </a:solidFill>
                <a:effectLst/>
                <a:uFillTx/>
                <a:latin typeface="Arial"/>
              </a:rPr>
              <a:t>Click to edit the outline text format</a:t>
            </a:r>
            <a:endParaRPr b="0" lang="pt-BR"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pt-BR" sz="2800" strike="noStrike" u="none">
                <a:solidFill>
                  <a:srgbClr val="000000"/>
                </a:solidFill>
                <a:effectLst/>
                <a:uFillTx/>
                <a:latin typeface="Arial"/>
              </a:rPr>
              <a:t>Second Outline Level</a:t>
            </a:r>
            <a:endParaRPr b="0" lang="pt-BR"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pt-BR" sz="2400" strike="noStrike" u="none">
                <a:solidFill>
                  <a:srgbClr val="000000"/>
                </a:solidFill>
                <a:effectLst/>
                <a:uFillTx/>
                <a:latin typeface="Arial"/>
              </a:rPr>
              <a:t>Third Outline Level</a:t>
            </a:r>
            <a:endParaRPr b="0" lang="pt-BR"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pt-BR" sz="2000" strike="noStrike" u="none">
                <a:solidFill>
                  <a:srgbClr val="000000"/>
                </a:solidFill>
                <a:effectLst/>
                <a:uFillTx/>
                <a:latin typeface="Arial"/>
              </a:rPr>
              <a:t>Fourth Outline Level</a:t>
            </a:r>
            <a:endParaRPr b="0" lang="pt-BR"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pt-BR" sz="2000" strike="noStrike" u="none">
                <a:solidFill>
                  <a:srgbClr val="000000"/>
                </a:solidFill>
                <a:effectLst/>
                <a:uFillTx/>
                <a:latin typeface="Arial"/>
              </a:rPr>
              <a:t>Fifth Outline Level</a:t>
            </a:r>
            <a:endParaRPr b="0" lang="pt-B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pt-BR" sz="2000" strike="noStrike" u="none">
                <a:solidFill>
                  <a:srgbClr val="000000"/>
                </a:solidFill>
                <a:effectLst/>
                <a:uFillTx/>
                <a:latin typeface="Arial"/>
              </a:rPr>
              <a:t>Sixth Outline Level</a:t>
            </a:r>
            <a:endParaRPr b="0" lang="pt-B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pt-BR" sz="2000" strike="noStrike" u="none">
                <a:solidFill>
                  <a:srgbClr val="000000"/>
                </a:solidFill>
                <a:effectLst/>
                <a:uFillTx/>
                <a:latin typeface="Arial"/>
              </a:rPr>
              <a:t>Seventh Outline Level</a:t>
            </a:r>
            <a:endParaRPr b="0" lang="pt-BR"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7"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CustomShape 1"/>
          <p:cNvSpPr/>
          <p:nvPr/>
        </p:nvSpPr>
        <p:spPr>
          <a:xfrm>
            <a:off x="576000" y="5900040"/>
            <a:ext cx="27500040" cy="21020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pt-BR" sz="6600" strike="noStrike" u="none">
                <a:solidFill>
                  <a:srgbClr val="000000"/>
                </a:solidFill>
                <a:effectLst/>
                <a:uFillTx/>
                <a:latin typeface="Arial"/>
                <a:ea typeface="DejaVu Sans"/>
              </a:rPr>
              <a:t>ANXIETY: PROBLEMATIZAÇÃO DAS INTERAÇÕES SOCIAIS DE ALUNOS DO ENSINO MÉDIO POR MEIO DE UM JOGO DIGITAL</a:t>
            </a:r>
            <a:endParaRPr b="0" lang="pt-BR" sz="6600" strike="noStrike" u="none">
              <a:solidFill>
                <a:srgbClr val="000000"/>
              </a:solidFill>
              <a:effectLst/>
              <a:uFillTx/>
              <a:latin typeface="Arial"/>
            </a:endParaRPr>
          </a:p>
        </p:txBody>
      </p:sp>
      <p:sp>
        <p:nvSpPr>
          <p:cNvPr id="21" name="CustomShape 2"/>
          <p:cNvSpPr/>
          <p:nvPr/>
        </p:nvSpPr>
        <p:spPr>
          <a:xfrm>
            <a:off x="23400" y="8159040"/>
            <a:ext cx="28723320" cy="15534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pt-BR" sz="4800" strike="noStrike" u="none">
                <a:solidFill>
                  <a:srgbClr val="000000"/>
                </a:solidFill>
                <a:effectLst/>
                <a:uFillTx/>
                <a:latin typeface="Arial"/>
                <a:ea typeface="Verdana"/>
              </a:rPr>
              <a:t>André Victor Gonçalves Nascimento; Pietro Campos de Sousa; Tiago Helvécio de Mello Rosa</a:t>
            </a:r>
            <a:endParaRPr b="0" lang="pt-BR" sz="4800" strike="noStrike" u="none">
              <a:solidFill>
                <a:srgbClr val="000000"/>
              </a:solidFill>
              <a:effectLst/>
              <a:uFillTx/>
              <a:latin typeface="Arial"/>
            </a:endParaRPr>
          </a:p>
          <a:p>
            <a:pPr algn="ctr" defTabSz="914400">
              <a:lnSpc>
                <a:spcPct val="100000"/>
              </a:lnSpc>
            </a:pPr>
            <a:r>
              <a:rPr b="0" lang="pt-BR" sz="4800" strike="noStrike" u="none">
                <a:solidFill>
                  <a:srgbClr val="000000"/>
                </a:solidFill>
                <a:effectLst/>
                <a:uFillTx/>
                <a:latin typeface="Arial"/>
                <a:ea typeface="Verdana"/>
              </a:rPr>
              <a:t>Alisson Rodrigo dos Santos (orientador(a)); André Leão Moreira (co-orientador(a)).</a:t>
            </a:r>
            <a:endParaRPr b="0" lang="pt-BR" sz="4800" strike="noStrike" u="none">
              <a:solidFill>
                <a:srgbClr val="000000"/>
              </a:solidFill>
              <a:effectLst/>
              <a:uFillTx/>
              <a:latin typeface="Arial"/>
            </a:endParaRPr>
          </a:p>
        </p:txBody>
      </p:sp>
      <p:sp>
        <p:nvSpPr>
          <p:cNvPr id="22" name="CustomShape 9"/>
          <p:cNvSpPr/>
          <p:nvPr/>
        </p:nvSpPr>
        <p:spPr>
          <a:xfrm>
            <a:off x="576000" y="19758960"/>
            <a:ext cx="13318560" cy="50281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1" lang="pt-BR" sz="3600" strike="noStrike" u="none">
                <a:solidFill>
                  <a:srgbClr val="000000"/>
                </a:solidFill>
                <a:effectLst/>
                <a:uFillTx/>
                <a:latin typeface="Arial"/>
                <a:ea typeface="Verdana"/>
              </a:rPr>
              <a:t>Objetivo Geral - </a:t>
            </a:r>
            <a:r>
              <a:rPr b="0" lang="pt-BR" sz="3600" strike="noStrike" u="none">
                <a:solidFill>
                  <a:srgbClr val="000000"/>
                </a:solidFill>
                <a:effectLst/>
                <a:uFillTx/>
                <a:latin typeface="Arial"/>
                <a:ea typeface="Verdana"/>
              </a:rPr>
              <a:t>Promover a reflexão sobre o estado psicológico da juventude contemporânea e como ele afeta as interações sociais desses jovens no ambiente escolar.</a:t>
            </a:r>
            <a:endParaRPr b="0" lang="pt-BR" sz="3600" strike="noStrike" u="none">
              <a:solidFill>
                <a:srgbClr val="000000"/>
              </a:solidFill>
              <a:effectLst/>
              <a:uFillTx/>
              <a:latin typeface="Arial"/>
            </a:endParaRPr>
          </a:p>
          <a:p>
            <a:pPr algn="just" defTabSz="914400">
              <a:lnSpc>
                <a:spcPct val="100000"/>
              </a:lnSpc>
            </a:pPr>
            <a:endParaRPr b="0" lang="pt-BR" sz="3600" strike="noStrike" u="none">
              <a:solidFill>
                <a:srgbClr val="000000"/>
              </a:solidFill>
              <a:effectLst/>
              <a:uFillTx/>
              <a:latin typeface="Arial"/>
            </a:endParaRPr>
          </a:p>
          <a:p>
            <a:pPr algn="just" defTabSz="914400">
              <a:lnSpc>
                <a:spcPct val="100000"/>
              </a:lnSpc>
            </a:pPr>
            <a:r>
              <a:rPr b="1" lang="pt-BR" sz="3600" strike="noStrike" u="none">
                <a:solidFill>
                  <a:srgbClr val="000000"/>
                </a:solidFill>
                <a:effectLst/>
                <a:uFillTx/>
                <a:latin typeface="Arial"/>
                <a:ea typeface="Verdana"/>
              </a:rPr>
              <a:t>Objetivos Específicos – </a:t>
            </a:r>
            <a:r>
              <a:rPr b="0" lang="pt-BR" sz="3600" strike="noStrike" u="none">
                <a:solidFill>
                  <a:srgbClr val="000000"/>
                </a:solidFill>
                <a:effectLst/>
                <a:uFillTx/>
                <a:latin typeface="Arial"/>
                <a:ea typeface="Verdana"/>
              </a:rPr>
              <a:t>Criar um jogo 2D com foco narrativo e elementos surreais de terror psicológico leve, com simulações de interações sociais em um ambiente escolar do Ensino Médio, baseado no CEFET-MG campus Contagem, contendo formas lúdicas de ilustrar como a mente de um jovem funciona.</a:t>
            </a:r>
            <a:endParaRPr b="0" lang="pt-BR" sz="3600" strike="noStrike" u="none">
              <a:solidFill>
                <a:srgbClr val="000000"/>
              </a:solidFill>
              <a:effectLst/>
              <a:uFillTx/>
              <a:latin typeface="Arial"/>
            </a:endParaRPr>
          </a:p>
        </p:txBody>
      </p:sp>
      <p:sp>
        <p:nvSpPr>
          <p:cNvPr id="23" name="CustomShape 10"/>
          <p:cNvSpPr/>
          <p:nvPr/>
        </p:nvSpPr>
        <p:spPr>
          <a:xfrm>
            <a:off x="519120" y="11447640"/>
            <a:ext cx="13348080" cy="557676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spcBef>
                <a:spcPts val="1191"/>
              </a:spcBef>
              <a:spcAft>
                <a:spcPts val="992"/>
              </a:spcAft>
            </a:pPr>
            <a:r>
              <a:rPr b="0" lang="pt-BR" sz="3600" strike="noStrike" u="none">
                <a:solidFill>
                  <a:srgbClr val="000000"/>
                </a:solidFill>
                <a:effectLst/>
                <a:uFillTx/>
                <a:latin typeface="Arial"/>
                <a:ea typeface="Verdana"/>
              </a:rPr>
              <a:t>O projeto de pesquisa busca representar como transtornos emocionais, como ansiedade e fobia social, impactam a socialização de adolescentes no ambiente escolar. A proposta é desenvolver um jogo narrativo em 2D, explorando a imersão emocional para gerar reflexão sobre a saúde mental. Além de fundamentação em estudos acadêmicos e referências da área, o trabalho conta com pesquisa direta com alunos, utilizando a plataforma Unity para o desenvolvimento do jogo, criando de uma experiência interativa que conscientize sobre os desafios enfrentados pela juventude contemporânea.</a:t>
            </a:r>
            <a:endParaRPr b="0" lang="pt-BR" sz="3600" strike="noStrike" u="none">
              <a:solidFill>
                <a:srgbClr val="000000"/>
              </a:solidFill>
              <a:effectLst/>
              <a:uFillTx/>
              <a:latin typeface="Arial"/>
            </a:endParaRPr>
          </a:p>
        </p:txBody>
      </p:sp>
      <p:sp>
        <p:nvSpPr>
          <p:cNvPr id="24" name="CustomShape 11"/>
          <p:cNvSpPr/>
          <p:nvPr/>
        </p:nvSpPr>
        <p:spPr>
          <a:xfrm>
            <a:off x="395280" y="27763560"/>
            <a:ext cx="13318560" cy="66740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pt-BR" sz="3600" strike="noStrike" u="none">
                <a:solidFill>
                  <a:srgbClr val="000000"/>
                </a:solidFill>
                <a:effectLst/>
                <a:uFillTx/>
                <a:latin typeface="Arial"/>
                <a:ea typeface="Verdana"/>
              </a:rPr>
              <a:t>A metodologia do projeto envolve a pesquisa inicial de artigos que evidenciam tese e o desenvolvimento de um jogo 2D na Unity, programado em C#, com produção de narrativa, artes, mecânicas e trilha sonora. Para orientar a estética e o design, o grupo se inspirou em jogos como Omori, Gris, Life is Strange e Undertale, além dos sistemas de batalha de Earthbound</a:t>
            </a:r>
            <a:r>
              <a:rPr b="0" lang="pt-BR" sz="3600" strike="noStrike" u="none">
                <a:solidFill>
                  <a:srgbClr val="000000"/>
                </a:solidFill>
                <a:effectLst/>
                <a:uFillTx/>
                <a:latin typeface="Arial"/>
                <a:ea typeface="DejaVu Sans"/>
              </a:rPr>
              <a:t>. </a:t>
            </a:r>
            <a:r>
              <a:rPr b="0" lang="pt-BR" sz="3600" strike="noStrike" u="none">
                <a:solidFill>
                  <a:srgbClr val="000000"/>
                </a:solidFill>
                <a:effectLst/>
                <a:uFillTx/>
                <a:latin typeface="Arial"/>
                <a:ea typeface="Verdana"/>
              </a:rPr>
              <a:t>O projeto será complementado por uma pesquisa qualitativa com adolescentes, visando integrar experiências reais de socialização e saúde mental à construção narrativa e mecânica do jogo. Assim, o jogo unirá fundamentação teórica, referências artísticas e feedback dos participantes para garantir uma representação respeitosa e que traga uma reflexão ao jogador.</a:t>
            </a:r>
            <a:endParaRPr b="0" lang="pt-BR" sz="3600" strike="noStrike" u="none">
              <a:solidFill>
                <a:srgbClr val="000000"/>
              </a:solidFill>
              <a:effectLst/>
              <a:uFillTx/>
              <a:latin typeface="Arial"/>
            </a:endParaRPr>
          </a:p>
        </p:txBody>
      </p:sp>
      <p:sp>
        <p:nvSpPr>
          <p:cNvPr id="25" name="CustomShape 12"/>
          <p:cNvSpPr/>
          <p:nvPr/>
        </p:nvSpPr>
        <p:spPr>
          <a:xfrm>
            <a:off x="14784840" y="18369360"/>
            <a:ext cx="13318560" cy="11876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pt-BR" sz="3600" strike="noStrike" u="none">
                <a:solidFill>
                  <a:srgbClr val="000000"/>
                </a:solidFill>
                <a:effectLst/>
                <a:uFillTx/>
                <a:latin typeface="Arial"/>
                <a:ea typeface="Verdana"/>
              </a:rPr>
              <a:t>pesonages</a:t>
            </a:r>
            <a:endParaRPr b="0" lang="pt-BR" sz="3600" strike="noStrike" u="none">
              <a:solidFill>
                <a:srgbClr val="000000"/>
              </a:solidFill>
              <a:effectLst/>
              <a:uFillTx/>
              <a:latin typeface="Arial"/>
            </a:endParaRPr>
          </a:p>
          <a:p>
            <a:pPr algn="just" defTabSz="914400">
              <a:lnSpc>
                <a:spcPct val="100000"/>
              </a:lnSpc>
            </a:pPr>
            <a:endParaRPr b="0" lang="pt-BR" sz="3600" strike="noStrike" u="none">
              <a:solidFill>
                <a:srgbClr val="000000"/>
              </a:solidFill>
              <a:effectLst/>
              <a:uFillTx/>
              <a:latin typeface="Arial"/>
            </a:endParaRPr>
          </a:p>
        </p:txBody>
      </p:sp>
      <p:sp>
        <p:nvSpPr>
          <p:cNvPr id="26" name="CustomShape 13"/>
          <p:cNvSpPr/>
          <p:nvPr/>
        </p:nvSpPr>
        <p:spPr>
          <a:xfrm>
            <a:off x="14758920" y="30635280"/>
            <a:ext cx="13318560" cy="44794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pt-BR" sz="3600" strike="noStrike" u="none">
                <a:solidFill>
                  <a:srgbClr val="000000"/>
                </a:solidFill>
                <a:effectLst/>
                <a:uFillTx/>
                <a:latin typeface="Arial"/>
                <a:ea typeface="Verdana"/>
              </a:rPr>
              <a:t>Texto texto texto texto Texto texto texto texto Texto texto texto texto Texto texto texto texto Texto texto texto texto Texto texto texto texto Texto texto texto texto Texto.</a:t>
            </a:r>
            <a:endParaRPr b="0" lang="pt-BR" sz="3600" strike="noStrike" u="none">
              <a:solidFill>
                <a:srgbClr val="000000"/>
              </a:solidFill>
              <a:effectLst/>
              <a:uFillTx/>
              <a:latin typeface="Arial"/>
            </a:endParaRPr>
          </a:p>
          <a:p>
            <a:pPr algn="just" defTabSz="914400">
              <a:lnSpc>
                <a:spcPct val="100000"/>
              </a:lnSpc>
            </a:pPr>
            <a:endParaRPr b="0" lang="pt-BR" sz="3600" strike="noStrike" u="none">
              <a:solidFill>
                <a:srgbClr val="000000"/>
              </a:solidFill>
              <a:effectLst/>
              <a:uFillTx/>
              <a:latin typeface="Arial"/>
            </a:endParaRPr>
          </a:p>
          <a:p>
            <a:pPr algn="just" defTabSz="914400">
              <a:lnSpc>
                <a:spcPct val="100000"/>
              </a:lnSpc>
            </a:pPr>
            <a:r>
              <a:rPr b="0" lang="pt-BR" sz="3600" strike="noStrike" u="none">
                <a:solidFill>
                  <a:srgbClr val="000000"/>
                </a:solidFill>
                <a:effectLst/>
                <a:uFillTx/>
                <a:latin typeface="Arial"/>
                <a:ea typeface="Verdana"/>
              </a:rPr>
              <a:t>Texto texto texto texto Texto texto texto texto Texto texto texto texto Texto texto texto texto Texto texto texto texto Texto texto texto texto Texto texto texto texto Texto</a:t>
            </a:r>
            <a:endParaRPr b="0" lang="pt-BR" sz="3600" strike="noStrike" u="none">
              <a:solidFill>
                <a:srgbClr val="000000"/>
              </a:solidFill>
              <a:effectLst/>
              <a:uFillTx/>
              <a:latin typeface="Arial"/>
            </a:endParaRPr>
          </a:p>
          <a:p>
            <a:pPr algn="just" defTabSz="914400">
              <a:lnSpc>
                <a:spcPct val="100000"/>
              </a:lnSpc>
            </a:pPr>
            <a:endParaRPr b="0" lang="pt-BR" sz="3600" strike="noStrike" u="none">
              <a:solidFill>
                <a:srgbClr val="000000"/>
              </a:solidFill>
              <a:effectLst/>
              <a:uFillTx/>
              <a:latin typeface="Arial"/>
            </a:endParaRPr>
          </a:p>
        </p:txBody>
      </p:sp>
      <p:sp>
        <p:nvSpPr>
          <p:cNvPr id="27" name="CustomShape 14"/>
          <p:cNvSpPr/>
          <p:nvPr/>
        </p:nvSpPr>
        <p:spPr>
          <a:xfrm>
            <a:off x="14757480" y="36169560"/>
            <a:ext cx="13318560" cy="50338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spcBef>
                <a:spcPts val="1191"/>
              </a:spcBef>
              <a:spcAft>
                <a:spcPts val="992"/>
              </a:spcAft>
            </a:pPr>
            <a:r>
              <a:rPr b="0" lang="pt-BR" sz="3600" strike="noStrike" u="none">
                <a:solidFill>
                  <a:srgbClr val="000000"/>
                </a:solidFill>
                <a:effectLst/>
                <a:uFillTx/>
                <a:latin typeface="Arial"/>
                <a:ea typeface="Verdana"/>
              </a:rPr>
              <a:t>KASDORF, Ruth. Representation of mental illness in video games beyond stigmatization. Frontiers in Human Dynamics, v. 5, 2023.</a:t>
            </a:r>
            <a:endParaRPr b="0" lang="pt-BR" sz="3600" strike="noStrike" u="none">
              <a:solidFill>
                <a:srgbClr val="000000"/>
              </a:solidFill>
              <a:effectLst/>
              <a:uFillTx/>
              <a:latin typeface="Arial"/>
            </a:endParaRPr>
          </a:p>
          <a:p>
            <a:pPr algn="just" defTabSz="914400">
              <a:lnSpc>
                <a:spcPct val="100000"/>
              </a:lnSpc>
              <a:spcBef>
                <a:spcPts val="1191"/>
              </a:spcBef>
              <a:spcAft>
                <a:spcPts val="992"/>
              </a:spcAft>
            </a:pPr>
            <a:r>
              <a:rPr b="0" lang="pt-BR" sz="3600" strike="noStrike" u="none">
                <a:solidFill>
                  <a:srgbClr val="000000"/>
                </a:solidFill>
                <a:effectLst/>
                <a:uFillTx/>
                <a:latin typeface="Arial"/>
                <a:ea typeface="Verdana"/>
              </a:rPr>
              <a:t>UNITY TECHNOLOGIES. Unity Documentation. Unity, [s.d.].</a:t>
            </a:r>
            <a:endParaRPr b="0" lang="pt-BR" sz="3600" strike="noStrike" u="none">
              <a:solidFill>
                <a:srgbClr val="000000"/>
              </a:solidFill>
              <a:effectLst/>
              <a:uFillTx/>
              <a:latin typeface="Arial"/>
            </a:endParaRPr>
          </a:p>
          <a:p>
            <a:pPr algn="just" defTabSz="914400">
              <a:lnSpc>
                <a:spcPct val="100000"/>
              </a:lnSpc>
              <a:spcBef>
                <a:spcPts val="1191"/>
              </a:spcBef>
              <a:spcAft>
                <a:spcPts val="992"/>
              </a:spcAft>
            </a:pPr>
            <a:r>
              <a:rPr b="0" lang="pt-BR" sz="3600" strike="noStrike" u="none">
                <a:solidFill>
                  <a:srgbClr val="000000"/>
                </a:solidFill>
                <a:effectLst/>
                <a:uFillTx/>
                <a:latin typeface="Arial"/>
                <a:ea typeface="Verdana"/>
              </a:rPr>
              <a:t>VAN ZALK, Nejra; VAN ZALK, Maarten; KERR, Margaret; STATTIN, Håkan. Social anxiety as a basis for friendship selection and socialization in adolescents’ social networks. Journal of Personality, v. 79, n. 3, p. 499–528, 2011.</a:t>
            </a:r>
            <a:endParaRPr b="0" lang="pt-BR" sz="3600" strike="noStrike" u="none">
              <a:solidFill>
                <a:srgbClr val="000000"/>
              </a:solidFill>
              <a:effectLst/>
              <a:uFillTx/>
              <a:latin typeface="Arial"/>
            </a:endParaRPr>
          </a:p>
        </p:txBody>
      </p:sp>
      <p:sp>
        <p:nvSpPr>
          <p:cNvPr id="28" name="CustomShape 9"/>
          <p:cNvSpPr/>
          <p:nvPr/>
        </p:nvSpPr>
        <p:spPr>
          <a:xfrm>
            <a:off x="395280" y="37838520"/>
            <a:ext cx="13318560" cy="338220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pt-BR" sz="3600" strike="noStrike" u="none">
                <a:solidFill>
                  <a:srgbClr val="000000"/>
                </a:solidFill>
                <a:effectLst/>
                <a:uFillTx/>
                <a:latin typeface="Arial"/>
                <a:ea typeface="Verdana"/>
              </a:rPr>
              <a:t>Como resultados das pesquisas iniciais em artigos científicos, foi possível atestar que os transtornos mentais são fortemente presentes na vida dos jovens. Consequentemente, eles impactam em suas interações sociais, principalmente no ambiente escolar, onde ainda se encontram em desenvolvimento pessoal.</a:t>
            </a:r>
            <a:endParaRPr b="0" lang="pt-BR" sz="3600" strike="noStrike" u="none">
              <a:solidFill>
                <a:srgbClr val="000000"/>
              </a:solidFill>
              <a:effectLst/>
              <a:uFillTx/>
              <a:latin typeface="Arial"/>
            </a:endParaRPr>
          </a:p>
        </p:txBody>
      </p:sp>
      <p:sp>
        <p:nvSpPr>
          <p:cNvPr id="29" name="CustomShape 9"/>
          <p:cNvSpPr/>
          <p:nvPr/>
        </p:nvSpPr>
        <p:spPr>
          <a:xfrm>
            <a:off x="14745240" y="9955800"/>
            <a:ext cx="13318560" cy="502740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pt-BR" sz="3600" strike="noStrike" u="none">
                <a:solidFill>
                  <a:srgbClr val="000000"/>
                </a:solidFill>
                <a:effectLst/>
                <a:uFillTx/>
                <a:latin typeface="Arial"/>
                <a:ea typeface="Verdana"/>
              </a:rPr>
              <a:t>Ademais, as pesquisas evidenciaram a crescente presença dos jogos no contexto de representação de transtornos mentais e sua popularização. Tendo isso em mente, o grupo foi capaz de desenvolver um jogo contendo historia representativa, visual comovente, mecânicas envolventes e músicas imersivas. Para enriquecer o jogo, foi disponibilizada uma pesquisa qualitativa para alunos do cefet que serviu como um espaço anônimo para que fossem compartilhadas experiências e opiniões sobre as dificuldades de se integrar a um novo ambiente escolar.</a:t>
            </a:r>
            <a:endParaRPr b="0" lang="pt-BR" sz="3600" strike="noStrike" u="none">
              <a:solidFill>
                <a:srgbClr val="000000"/>
              </a:solidFill>
              <a:effectLst/>
              <a:uFillTx/>
              <a:latin typeface="Arial"/>
            </a:endParaRPr>
          </a:p>
        </p:txBody>
      </p:sp>
      <p:pic>
        <p:nvPicPr>
          <p:cNvPr id="30" name="Imagem 2" descr=""/>
          <p:cNvPicPr/>
          <p:nvPr/>
        </p:nvPicPr>
        <p:blipFill>
          <a:blip r:embed="rId1"/>
          <a:stretch/>
        </p:blipFill>
        <p:spPr>
          <a:xfrm>
            <a:off x="0" y="15120"/>
            <a:ext cx="28850760" cy="4103280"/>
          </a:xfrm>
          <a:prstGeom prst="rect">
            <a:avLst/>
          </a:prstGeom>
          <a:noFill/>
          <a:ln w="0">
            <a:noFill/>
          </a:ln>
        </p:spPr>
      </p:pic>
      <p:sp>
        <p:nvSpPr>
          <p:cNvPr id="31" name="Google Shape;66;p14"/>
          <p:cNvSpPr/>
          <p:nvPr/>
        </p:nvSpPr>
        <p:spPr>
          <a:xfrm>
            <a:off x="23400" y="4551120"/>
            <a:ext cx="28800000" cy="791280"/>
          </a:xfrm>
          <a:prstGeom prst="rect">
            <a:avLst/>
          </a:prstGeom>
          <a:gradFill rotWithShape="0">
            <a:gsLst>
              <a:gs pos="57000">
                <a:srgbClr val="02244a"/>
              </a:gs>
              <a:gs pos="99000">
                <a:srgbClr val="8eb4e3"/>
              </a:gs>
            </a:gsLst>
            <a:path path="circle">
              <a:fillToRect l="50000" t="50000" r="50000" b="50000"/>
            </a:path>
          </a:gradFill>
          <a:ln w="0">
            <a:noFill/>
          </a:ln>
        </p:spPr>
        <p:style>
          <a:lnRef idx="0"/>
          <a:fillRef idx="0"/>
          <a:effectRef idx="0"/>
          <a:fontRef idx="minor"/>
        </p:style>
        <p:txBody>
          <a:bodyPr lIns="90000" rIns="90000" tIns="45000" bIns="45000" anchor="t">
            <a:noAutofit/>
          </a:bodyPr>
          <a:p>
            <a:pPr algn="ctr" defTabSz="914400">
              <a:lnSpc>
                <a:spcPct val="100000"/>
              </a:lnSpc>
            </a:pPr>
            <a:r>
              <a:rPr b="1" lang="pt-BR" sz="4400" strike="noStrike" u="none">
                <a:solidFill>
                  <a:schemeClr val="lt1"/>
                </a:solidFill>
                <a:effectLst/>
                <a:uFillTx/>
                <a:latin typeface="Arial"/>
                <a:ea typeface="Verdana"/>
              </a:rPr>
              <a:t>Código: 10069C1   Área: Ciências Exatas e da Terra Modalidade: Ciência Aplicada/Inovação Tecnológica</a:t>
            </a:r>
            <a:endParaRPr b="0" lang="pt-BR" sz="4400" strike="noStrike" u="none">
              <a:solidFill>
                <a:srgbClr val="000000"/>
              </a:solidFill>
              <a:effectLst/>
              <a:uFillTx/>
              <a:latin typeface="Arial"/>
            </a:endParaRPr>
          </a:p>
        </p:txBody>
      </p:sp>
      <p:sp>
        <p:nvSpPr>
          <p:cNvPr id="32" name="Google Shape;66;p14"/>
          <p:cNvSpPr/>
          <p:nvPr/>
        </p:nvSpPr>
        <p:spPr>
          <a:xfrm>
            <a:off x="576000" y="9958320"/>
            <a:ext cx="13319280" cy="899280"/>
          </a:xfrm>
          <a:prstGeom prst="rect">
            <a:avLst/>
          </a:prstGeom>
          <a:gradFill rotWithShape="0">
            <a:gsLst>
              <a:gs pos="57000">
                <a:srgbClr val="02244a"/>
              </a:gs>
              <a:gs pos="99000">
                <a:srgbClr val="8eb4e3"/>
              </a:gs>
            </a:gsLst>
            <a:path path="circle">
              <a:fillToRect l="50000" t="50000" r="50000" b="50000"/>
            </a:path>
          </a:gradFill>
          <a:ln w="0">
            <a:noFill/>
          </a:ln>
        </p:spPr>
        <p:style>
          <a:lnRef idx="0"/>
          <a:fillRef idx="0"/>
          <a:effectRef idx="0"/>
          <a:fontRef idx="minor"/>
        </p:style>
        <p:txBody>
          <a:bodyPr lIns="90000" rIns="90000" tIns="45000" bIns="45000" anchor="t">
            <a:noAutofit/>
          </a:bodyPr>
          <a:p>
            <a:pPr algn="ctr" defTabSz="914400">
              <a:lnSpc>
                <a:spcPct val="100000"/>
              </a:lnSpc>
            </a:pPr>
            <a:r>
              <a:rPr b="1" lang="pt-BR" sz="5400" strike="noStrike" u="none">
                <a:solidFill>
                  <a:schemeClr val="lt1"/>
                </a:solidFill>
                <a:effectLst/>
                <a:uFillTx/>
                <a:latin typeface="Arial"/>
                <a:ea typeface="Verdana"/>
              </a:rPr>
              <a:t>RESUMO</a:t>
            </a:r>
            <a:endParaRPr b="0" lang="pt-BR" sz="5400" strike="noStrike" u="none">
              <a:solidFill>
                <a:srgbClr val="000000"/>
              </a:solidFill>
              <a:effectLst/>
              <a:uFillTx/>
              <a:latin typeface="Arial"/>
            </a:endParaRPr>
          </a:p>
        </p:txBody>
      </p:sp>
      <p:sp>
        <p:nvSpPr>
          <p:cNvPr id="33" name="Google Shape;66;p14"/>
          <p:cNvSpPr/>
          <p:nvPr/>
        </p:nvSpPr>
        <p:spPr>
          <a:xfrm>
            <a:off x="576000" y="18246960"/>
            <a:ext cx="13319280" cy="899280"/>
          </a:xfrm>
          <a:prstGeom prst="rect">
            <a:avLst/>
          </a:prstGeom>
          <a:gradFill rotWithShape="0">
            <a:gsLst>
              <a:gs pos="57000">
                <a:srgbClr val="02244a"/>
              </a:gs>
              <a:gs pos="99000">
                <a:srgbClr val="8eb4e3"/>
              </a:gs>
            </a:gsLst>
            <a:path path="circle">
              <a:fillToRect l="50000" t="50000" r="50000" b="50000"/>
            </a:path>
          </a:gradFill>
          <a:ln w="0">
            <a:noFill/>
          </a:ln>
        </p:spPr>
        <p:style>
          <a:lnRef idx="0"/>
          <a:fillRef idx="0"/>
          <a:effectRef idx="0"/>
          <a:fontRef idx="minor"/>
        </p:style>
        <p:txBody>
          <a:bodyPr lIns="90000" rIns="90000" tIns="45000" bIns="45000" anchor="t">
            <a:noAutofit/>
          </a:bodyPr>
          <a:p>
            <a:pPr algn="ctr" defTabSz="914400">
              <a:lnSpc>
                <a:spcPct val="100000"/>
              </a:lnSpc>
            </a:pPr>
            <a:r>
              <a:rPr b="1" lang="pt-BR" sz="5400" strike="noStrike" u="none">
                <a:solidFill>
                  <a:schemeClr val="lt1"/>
                </a:solidFill>
                <a:effectLst/>
                <a:uFillTx/>
                <a:latin typeface="Arial"/>
                <a:ea typeface="Verdana"/>
              </a:rPr>
              <a:t>OBJETIVOS</a:t>
            </a:r>
            <a:endParaRPr b="0" lang="pt-BR" sz="5400" strike="noStrike" u="none">
              <a:solidFill>
                <a:srgbClr val="000000"/>
              </a:solidFill>
              <a:effectLst/>
              <a:uFillTx/>
              <a:latin typeface="Arial"/>
            </a:endParaRPr>
          </a:p>
        </p:txBody>
      </p:sp>
      <p:sp>
        <p:nvSpPr>
          <p:cNvPr id="34" name="Google Shape;66;p14"/>
          <p:cNvSpPr/>
          <p:nvPr/>
        </p:nvSpPr>
        <p:spPr>
          <a:xfrm>
            <a:off x="14784840" y="16829640"/>
            <a:ext cx="13319280" cy="899280"/>
          </a:xfrm>
          <a:prstGeom prst="rect">
            <a:avLst/>
          </a:prstGeom>
          <a:gradFill rotWithShape="0">
            <a:gsLst>
              <a:gs pos="57000">
                <a:srgbClr val="02244a"/>
              </a:gs>
              <a:gs pos="99000">
                <a:srgbClr val="8eb4e3"/>
              </a:gs>
            </a:gsLst>
            <a:path path="circle">
              <a:fillToRect l="50000" t="50000" r="50000" b="50000"/>
            </a:path>
          </a:gradFill>
          <a:ln w="0">
            <a:noFill/>
          </a:ln>
        </p:spPr>
        <p:style>
          <a:lnRef idx="0"/>
          <a:fillRef idx="0"/>
          <a:effectRef idx="0"/>
          <a:fontRef idx="minor"/>
        </p:style>
        <p:txBody>
          <a:bodyPr lIns="90000" rIns="90000" tIns="45000" bIns="45000" anchor="t">
            <a:noAutofit/>
          </a:bodyPr>
          <a:p>
            <a:pPr algn="ctr" defTabSz="914400">
              <a:lnSpc>
                <a:spcPct val="100000"/>
              </a:lnSpc>
            </a:pPr>
            <a:r>
              <a:rPr b="1" lang="pt-BR" sz="5400" strike="noStrike" u="none">
                <a:solidFill>
                  <a:schemeClr val="lt1"/>
                </a:solidFill>
                <a:effectLst/>
                <a:uFillTx/>
                <a:latin typeface="Arial"/>
                <a:ea typeface="Verdana"/>
              </a:rPr>
              <a:t>CONCLUSÕES</a:t>
            </a:r>
            <a:endParaRPr b="0" lang="pt-BR" sz="5400" strike="noStrike" u="none">
              <a:solidFill>
                <a:srgbClr val="000000"/>
              </a:solidFill>
              <a:effectLst/>
              <a:uFillTx/>
              <a:latin typeface="Arial"/>
            </a:endParaRPr>
          </a:p>
        </p:txBody>
      </p:sp>
      <p:sp>
        <p:nvSpPr>
          <p:cNvPr id="35" name="Google Shape;66;p14"/>
          <p:cNvSpPr/>
          <p:nvPr/>
        </p:nvSpPr>
        <p:spPr>
          <a:xfrm>
            <a:off x="500400" y="26011440"/>
            <a:ext cx="13319280" cy="899280"/>
          </a:xfrm>
          <a:prstGeom prst="rect">
            <a:avLst/>
          </a:prstGeom>
          <a:gradFill rotWithShape="0">
            <a:gsLst>
              <a:gs pos="57000">
                <a:srgbClr val="02244a"/>
              </a:gs>
              <a:gs pos="99000">
                <a:srgbClr val="8eb4e3"/>
              </a:gs>
            </a:gsLst>
            <a:path path="circle">
              <a:fillToRect l="50000" t="50000" r="50000" b="50000"/>
            </a:path>
          </a:gradFill>
          <a:ln w="0">
            <a:noFill/>
          </a:ln>
        </p:spPr>
        <p:style>
          <a:lnRef idx="0"/>
          <a:fillRef idx="0"/>
          <a:effectRef idx="0"/>
          <a:fontRef idx="minor"/>
        </p:style>
        <p:txBody>
          <a:bodyPr lIns="90000" rIns="90000" tIns="45000" bIns="45000" anchor="t">
            <a:noAutofit/>
          </a:bodyPr>
          <a:p>
            <a:pPr algn="ctr" defTabSz="914400">
              <a:lnSpc>
                <a:spcPct val="100000"/>
              </a:lnSpc>
            </a:pPr>
            <a:r>
              <a:rPr b="1" lang="pt-BR" sz="5400" strike="noStrike" u="none">
                <a:solidFill>
                  <a:schemeClr val="lt1"/>
                </a:solidFill>
                <a:effectLst/>
                <a:uFillTx/>
                <a:latin typeface="Arial"/>
                <a:ea typeface="Verdana"/>
              </a:rPr>
              <a:t>METODOLOGIA</a:t>
            </a:r>
            <a:endParaRPr b="0" lang="pt-BR" sz="5400" strike="noStrike" u="none">
              <a:solidFill>
                <a:srgbClr val="000000"/>
              </a:solidFill>
              <a:effectLst/>
              <a:uFillTx/>
              <a:latin typeface="Arial"/>
            </a:endParaRPr>
          </a:p>
        </p:txBody>
      </p:sp>
      <p:sp>
        <p:nvSpPr>
          <p:cNvPr id="36" name="Google Shape;66;p14"/>
          <p:cNvSpPr/>
          <p:nvPr/>
        </p:nvSpPr>
        <p:spPr>
          <a:xfrm>
            <a:off x="14784120" y="28986480"/>
            <a:ext cx="13319280" cy="899280"/>
          </a:xfrm>
          <a:prstGeom prst="rect">
            <a:avLst/>
          </a:prstGeom>
          <a:gradFill rotWithShape="0">
            <a:gsLst>
              <a:gs pos="57000">
                <a:srgbClr val="02244a"/>
              </a:gs>
              <a:gs pos="99000">
                <a:srgbClr val="8eb4e3"/>
              </a:gs>
            </a:gsLst>
            <a:path path="circle">
              <a:fillToRect l="50000" t="50000" r="50000" b="50000"/>
            </a:path>
          </a:gradFill>
          <a:ln w="0">
            <a:noFill/>
          </a:ln>
        </p:spPr>
        <p:style>
          <a:lnRef idx="0"/>
          <a:fillRef idx="0"/>
          <a:effectRef idx="0"/>
          <a:fontRef idx="minor"/>
        </p:style>
        <p:txBody>
          <a:bodyPr lIns="90000" rIns="90000" tIns="45000" bIns="45000" anchor="t">
            <a:noAutofit/>
          </a:bodyPr>
          <a:p>
            <a:pPr algn="ctr" defTabSz="914400">
              <a:lnSpc>
                <a:spcPct val="100000"/>
              </a:lnSpc>
            </a:pPr>
            <a:r>
              <a:rPr b="1" lang="pt-BR" sz="5400" strike="noStrike" u="none">
                <a:solidFill>
                  <a:schemeClr val="lt1"/>
                </a:solidFill>
                <a:effectLst/>
                <a:uFillTx/>
                <a:latin typeface="Arial"/>
                <a:ea typeface="Verdana"/>
              </a:rPr>
              <a:t>CONSIDERAÇÕES FINAIS</a:t>
            </a:r>
            <a:endParaRPr b="0" lang="pt-BR" sz="5400" strike="noStrike" u="none">
              <a:solidFill>
                <a:srgbClr val="000000"/>
              </a:solidFill>
              <a:effectLst/>
              <a:uFillTx/>
              <a:latin typeface="Arial"/>
            </a:endParaRPr>
          </a:p>
        </p:txBody>
      </p:sp>
      <p:sp>
        <p:nvSpPr>
          <p:cNvPr id="37" name="Google Shape;66;p14"/>
          <p:cNvSpPr/>
          <p:nvPr/>
        </p:nvSpPr>
        <p:spPr>
          <a:xfrm>
            <a:off x="14784120" y="35114040"/>
            <a:ext cx="13319280" cy="899280"/>
          </a:xfrm>
          <a:prstGeom prst="rect">
            <a:avLst/>
          </a:prstGeom>
          <a:gradFill rotWithShape="0">
            <a:gsLst>
              <a:gs pos="57000">
                <a:srgbClr val="02244a"/>
              </a:gs>
              <a:gs pos="99000">
                <a:srgbClr val="8eb4e3"/>
              </a:gs>
            </a:gsLst>
            <a:path path="circle">
              <a:fillToRect l="50000" t="50000" r="50000" b="50000"/>
            </a:path>
          </a:gradFill>
          <a:ln w="0">
            <a:noFill/>
          </a:ln>
        </p:spPr>
        <p:style>
          <a:lnRef idx="0"/>
          <a:fillRef idx="0"/>
          <a:effectRef idx="0"/>
          <a:fontRef idx="minor"/>
        </p:style>
        <p:txBody>
          <a:bodyPr lIns="90000" rIns="90000" tIns="45000" bIns="45000" anchor="t">
            <a:noAutofit/>
          </a:bodyPr>
          <a:p>
            <a:pPr algn="ctr" defTabSz="914400">
              <a:lnSpc>
                <a:spcPct val="100000"/>
              </a:lnSpc>
            </a:pPr>
            <a:r>
              <a:rPr b="1" lang="pt-BR" sz="5400" strike="noStrike" u="none">
                <a:solidFill>
                  <a:schemeClr val="lt1"/>
                </a:solidFill>
                <a:effectLst/>
                <a:uFillTx/>
                <a:latin typeface="Arial"/>
                <a:ea typeface="Verdana"/>
              </a:rPr>
              <a:t>REFERÊNCIAS</a:t>
            </a:r>
            <a:endParaRPr b="0" lang="pt-BR" sz="5400" strike="noStrike" u="none">
              <a:solidFill>
                <a:srgbClr val="000000"/>
              </a:solidFill>
              <a:effectLst/>
              <a:uFillTx/>
              <a:latin typeface="Arial"/>
            </a:endParaRPr>
          </a:p>
        </p:txBody>
      </p:sp>
      <p:sp>
        <p:nvSpPr>
          <p:cNvPr id="38" name="Google Shape;66;p14"/>
          <p:cNvSpPr/>
          <p:nvPr/>
        </p:nvSpPr>
        <p:spPr>
          <a:xfrm>
            <a:off x="500400" y="36497520"/>
            <a:ext cx="13319280" cy="899280"/>
          </a:xfrm>
          <a:prstGeom prst="rect">
            <a:avLst/>
          </a:prstGeom>
          <a:gradFill rotWithShape="0">
            <a:gsLst>
              <a:gs pos="57000">
                <a:srgbClr val="02244a"/>
              </a:gs>
              <a:gs pos="99000">
                <a:srgbClr val="8eb4e3"/>
              </a:gs>
            </a:gsLst>
            <a:path path="circle">
              <a:fillToRect l="50000" t="50000" r="50000" b="50000"/>
            </a:path>
          </a:gradFill>
          <a:ln w="0">
            <a:noFill/>
          </a:ln>
        </p:spPr>
        <p:style>
          <a:lnRef idx="0"/>
          <a:fillRef idx="0"/>
          <a:effectRef idx="0"/>
          <a:fontRef idx="minor"/>
        </p:style>
        <p:txBody>
          <a:bodyPr lIns="90000" rIns="90000" tIns="45000" bIns="45000" anchor="t">
            <a:noAutofit/>
          </a:bodyPr>
          <a:p>
            <a:pPr algn="ctr" defTabSz="914400">
              <a:lnSpc>
                <a:spcPct val="100000"/>
              </a:lnSpc>
            </a:pPr>
            <a:r>
              <a:rPr b="1" lang="pt-BR" sz="5400" strike="noStrike" u="none">
                <a:solidFill>
                  <a:schemeClr val="lt1"/>
                </a:solidFill>
                <a:effectLst/>
                <a:uFillTx/>
                <a:latin typeface="Arial"/>
                <a:ea typeface="Verdana"/>
              </a:rPr>
              <a:t>DADOS OBTIDOS E RESULTADOS</a:t>
            </a:r>
            <a:endParaRPr b="0" lang="pt-BR" sz="5400" strike="noStrike" u="none">
              <a:solidFill>
                <a:srgbClr val="000000"/>
              </a:solidFill>
              <a:effectLst/>
              <a:uFillTx/>
              <a:latin typeface="Arial"/>
            </a:endParaRPr>
          </a:p>
        </p:txBody>
      </p:sp>
      <p:pic>
        <p:nvPicPr>
          <p:cNvPr id="39" name="Imagem 31" descr=""/>
          <p:cNvPicPr/>
          <p:nvPr/>
        </p:nvPicPr>
        <p:blipFill>
          <a:blip r:embed="rId2"/>
          <a:stretch/>
        </p:blipFill>
        <p:spPr>
          <a:xfrm>
            <a:off x="3600" y="41818680"/>
            <a:ext cx="28799280" cy="1386000"/>
          </a:xfrm>
          <a:prstGeom prst="rect">
            <a:avLst/>
          </a:prstGeom>
          <a:noFill/>
          <a:ln w="0">
            <a:noFill/>
          </a:ln>
        </p:spPr>
      </p:pic>
      <p:pic>
        <p:nvPicPr>
          <p:cNvPr id="40" name="" descr=""/>
          <p:cNvPicPr/>
          <p:nvPr/>
        </p:nvPicPr>
        <p:blipFill>
          <a:blip r:embed="rId3"/>
          <a:srcRect l="13870" t="2611" r="14625" b="46658"/>
          <a:stretch/>
        </p:blipFill>
        <p:spPr>
          <a:xfrm>
            <a:off x="0" y="15120"/>
            <a:ext cx="28850760" cy="4535280"/>
          </a:xfrm>
          <a:prstGeom prst="rect">
            <a:avLst/>
          </a:prstGeom>
          <a:noFill/>
          <a:ln w="0">
            <a:noFill/>
          </a:ln>
        </p:spPr>
      </p:pic>
      <p:pic>
        <p:nvPicPr>
          <p:cNvPr id="41" name="" descr=""/>
          <p:cNvPicPr/>
          <p:nvPr/>
        </p:nvPicPr>
        <p:blipFill>
          <a:blip r:embed="rId4"/>
          <a:stretch/>
        </p:blipFill>
        <p:spPr>
          <a:xfrm>
            <a:off x="18450000" y="24480000"/>
            <a:ext cx="9089640" cy="3635640"/>
          </a:xfrm>
          <a:prstGeom prst="rect">
            <a:avLst/>
          </a:prstGeom>
          <a:noFill/>
          <a:ln w="0">
            <a:noFill/>
          </a:ln>
        </p:spPr>
      </p:pic>
      <p:pic>
        <p:nvPicPr>
          <p:cNvPr id="42" name="" descr=""/>
          <p:cNvPicPr/>
          <p:nvPr/>
        </p:nvPicPr>
        <p:blipFill>
          <a:blip r:embed="rId5"/>
          <a:stretch/>
        </p:blipFill>
        <p:spPr>
          <a:xfrm>
            <a:off x="14940000" y="24715440"/>
            <a:ext cx="3400200" cy="340020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624</TotalTime>
  <Application>LibreOffice/25.2.2.2$Linux_X86_64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2018-08-01T22:33:10Z</dcterms:created>
  <dc:creator>Usuário do Windows</dc:creator>
  <dc:description/>
  <dc:language>pt-BR</dc:language>
  <cp:lastModifiedBy/>
  <dcterms:modified xsi:type="dcterms:W3CDTF">2025-09-09T11:35:25Z</dcterms:modified>
  <cp:revision>73</cp:revision>
  <dc:subject/>
  <dc:title>Apresentação do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r8>0</vt:r8>
  </property>
  <property fmtid="{D5CDD505-2E9C-101B-9397-08002B2CF9AE}" pid="3" name="HyperlinksChanged">
    <vt:bool>0</vt:bool>
  </property>
  <property fmtid="{D5CDD505-2E9C-101B-9397-08002B2CF9AE}" pid="4" name="LinksUpToDate">
    <vt:bool>0</vt:bool>
  </property>
  <property fmtid="{D5CDD505-2E9C-101B-9397-08002B2CF9AE}" pid="5" name="MMClips">
    <vt:r8>0</vt:r8>
  </property>
  <property fmtid="{D5CDD505-2E9C-101B-9397-08002B2CF9AE}" pid="6" name="Notes">
    <vt:r8>0</vt:r8>
  </property>
  <property fmtid="{D5CDD505-2E9C-101B-9397-08002B2CF9AE}" pid="7" name="PresentationFormat">
    <vt:lpwstr>Personalizar</vt:lpwstr>
  </property>
  <property fmtid="{D5CDD505-2E9C-101B-9397-08002B2CF9AE}" pid="8" name="ScaleCrop">
    <vt:bool>0</vt:bool>
  </property>
  <property fmtid="{D5CDD505-2E9C-101B-9397-08002B2CF9AE}" pid="9" name="ShareDoc">
    <vt:bool>0</vt:bool>
  </property>
  <property fmtid="{D5CDD505-2E9C-101B-9397-08002B2CF9AE}" pid="10" name="Slides">
    <vt:r8>1</vt:r8>
  </property>
</Properties>
</file>